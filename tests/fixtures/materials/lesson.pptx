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Matrix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Rows of A &amp; columns of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Inner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(m × n) times (n × p) is "m × p"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